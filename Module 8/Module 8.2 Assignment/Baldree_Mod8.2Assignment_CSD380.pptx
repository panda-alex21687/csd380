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 snapToObjects="1">
      <p:cViewPr varScale="1">
        <p:scale>
          <a:sx n="96" d="100"/>
          <a:sy n="96" d="100"/>
        </p:scale>
        <p:origin x="200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3776518/" TargetMode="External"/><Relationship Id="rId2" Type="http://schemas.openxmlformats.org/officeDocument/2006/relationships/hyperlink" Target="https://psnet.ahrq.gov/issue/just-culture-restoring-trust-and-accountability-your-organization-third-edition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hrq.gov/hai/quality/tools/cauti-ltc/modules/implementation/long-term-modules/module1/mod1-facgui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Establishing a Just, Learning 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6583680" cy="274320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rPr dirty="0"/>
              <a:t>Barriers to Implementing a Just Culture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rPr dirty="0"/>
              <a:t>Alex</a:t>
            </a:r>
            <a:r>
              <a:rPr lang="en-US" dirty="0"/>
              <a:t>ander</a:t>
            </a:r>
            <a:r>
              <a:rPr dirty="0"/>
              <a:t> Baldree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rPr dirty="0"/>
              <a:t>CSD </a:t>
            </a:r>
            <a:r>
              <a:rPr lang="en-US" dirty="0"/>
              <a:t>380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8503920" y="1371600"/>
            <a:ext cx="2468880" cy="2468880"/>
          </a:xfrm>
          <a:prstGeom prst="ellipse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JUST</a:t>
            </a:r>
            <a:br/>
            <a:r>
              <a:t>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a Just Culture?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Balances accountability with learning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Encourages reporting of errors and near misses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Focuses on system improvements rather than blame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Strengthens safety and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8952" y="6508000"/>
            <a:ext cx="2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(Dekker, 2017)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Barrier 1: Fear of Blame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Employees may hide mistakes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Near misses go unreported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Fear reduces transparency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Hidden issues create larger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8952" y="6508000"/>
            <a:ext cx="2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(Marx, 2001)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Barrier 2: Leadership &amp;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Leaders must model fairness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Consistent responses build trust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Managers need just culture training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Trust encourages honest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8952" y="6508000"/>
            <a:ext cx="2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(AHRQ, n.d.)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Barrier 3: Fair Accountability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Separate human error from reckless behavior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lang="en-US" dirty="0"/>
              <a:t>I</a:t>
            </a:r>
            <a:r>
              <a:rPr dirty="0"/>
              <a:t>nvestigate root causes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Apply policies consistently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Fairness improves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8952" y="6508000"/>
            <a:ext cx="2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(Boysen, 2013)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Barrier 4: Communication &amp;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Provide ongoing education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Make reporting simple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Share lessons learned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Promote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8952" y="6508000"/>
            <a:ext cx="2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(Dekker, 2017; AHRQ, n.d.)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a Just Culture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645920" cy="731520"/>
          </a:xfrm>
          <a:prstGeom prst="round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485313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8C"/>
                </a:solidFill>
              </a:defRPr>
            </a:pPr>
            <a:r>
              <a:rPr dirty="0"/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86000"/>
            <a:ext cx="1645920" cy="731520"/>
          </a:xfrm>
          <a:prstGeom prst="round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50591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8C"/>
                </a:solidFill>
              </a:defRPr>
            </a:pPr>
            <a:r>
              <a:rPr dirty="0"/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286000"/>
            <a:ext cx="1645920" cy="731520"/>
          </a:xfrm>
          <a:prstGeom prst="round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50592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8C"/>
                </a:solidFill>
              </a:defRPr>
            </a:pPr>
            <a:r>
              <a:rPr dirty="0"/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286000"/>
            <a:ext cx="1645920" cy="731520"/>
          </a:xfrm>
          <a:prstGeom prst="round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Process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50591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8C"/>
                </a:solidFill>
              </a:defRPr>
            </a:pPr>
            <a:r>
              <a:rPr dirty="0"/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286000"/>
            <a:ext cx="1645920" cy="731520"/>
          </a:xfrm>
          <a:prstGeom prst="roundRect">
            <a:avLst/>
          </a:prstGeom>
          <a:solidFill>
            <a:srgbClr val="00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Safer 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Culture change takes time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Leadership commitment is essential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Learning prevents repeated failures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Open communication builds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8952" y="6508000"/>
            <a:ext cx="2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(Dekker, 2017; Boysen, 2013)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33272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Dekker, S. (2017). Just Culture (3rd ed.).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https://psnet.ahrq.gov/issue/just-culture-restoring-trust-and-accountability-your-organization-third-edition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Marx, D. (2001). Patient Safety and the 'Just Culture'.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https://pmc.ncbi.nlm.nih.gov/articles/PMC3776518/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212121"/>
                </a:solidFill>
              </a:defRPr>
            </a:pPr>
            <a:r>
              <a:rPr dirty="0"/>
              <a:t>AHRQ. Culture of Safety.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https://www.ahrq.gov/hai/quality/tools/cauti-ltc/modules/implementation/long-term-modules/module1/mod1-facguide.html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296</Words>
  <Application>Microsoft Macintosh PowerPoint</Application>
  <PresentationFormat>Custom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Baldree</cp:lastModifiedBy>
  <cp:revision>4</cp:revision>
  <dcterms:created xsi:type="dcterms:W3CDTF">2013-01-27T09:14:16Z</dcterms:created>
  <dcterms:modified xsi:type="dcterms:W3CDTF">2026-07-15T22:34:53Z</dcterms:modified>
  <cp:category/>
</cp:coreProperties>
</file>