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211"/>
    <p:restoredTop sz="86377"/>
  </p:normalViewPr>
  <p:slideViewPr>
    <p:cSldViewPr snapToGrid="0" snapToObjects="1">
      <p:cViewPr varScale="1">
        <p:scale>
          <a:sx n="70" d="100"/>
          <a:sy n="70" d="100"/>
        </p:scale>
        <p:origin x="200" y="7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Pages per shift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7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7A-C847-BAA4-28C1A84B81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2732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122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explains what pager rotation duties are and how DevOps teams can make on-call fair, reliable, and sustainable.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SRE describes on-call as a critical duty for keeping services reliable and available. The SRE Workbook explains that on-call engineers diagnose, mitigate, fix, or escalate production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a shift, the on-call engineer handles the first response loop: detect the incident, triage it, mitigate the customer impact, escalate when needed, and document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best rotation is fair, documented, and flexible. Atlassian recommends transparency, training, fair expectations, and reporting. Grafana also describes managing schedules as code for consistency and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page should be actionable. Teams should classify alerts by urgency, deduplicate related alerts, and review noisy alerts instead of waking people up for problems that can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response process reduces panic. Atlassian recommends defining severity, roles, priorities, communication, and escalation before a major incident occurs.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rotation can look good on paper but still burn people out. The team should reduce noise, train responders, give recovery time, and avoid blame after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help the team see whether on-call is fair and whether alerts are useful. The point is not to punish people; it is to find weak areas in systems and fix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outside sources used for the research and citations in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rafana.com/docs/grafana-cloud/alerting-and-irm/irm/on-call-schedules/schedules-as-code/" TargetMode="External"/><Relationship Id="rId3" Type="http://schemas.openxmlformats.org/officeDocument/2006/relationships/hyperlink" Target="https://sre.google/sre-book/being-on-call/" TargetMode="External"/><Relationship Id="rId7" Type="http://schemas.openxmlformats.org/officeDocument/2006/relationships/hyperlink" Target="https://www.pagerduty.com/resources/digital-operations/learn/alert-fatigue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tlassian.com/incident-management/itsm/major-incident-management" TargetMode="External"/><Relationship Id="rId5" Type="http://schemas.openxmlformats.org/officeDocument/2006/relationships/hyperlink" Target="https://www.atlassian.com/incident-management/on-call/improving-on-call" TargetMode="External"/><Relationship Id="rId4" Type="http://schemas.openxmlformats.org/officeDocument/2006/relationships/hyperlink" Target="https://sre.google/workbook/on-cal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n looking at cybersecurity data brief."/>
          <p:cNvPicPr>
            <a:picLocks noChangeAspect="1"/>
          </p:cNvPicPr>
          <p:nvPr/>
        </p:nvPicPr>
        <p:blipFill>
          <a:blip r:embed="rId3"/>
          <a:srcRect l="22806" r="22806"/>
          <a:stretch/>
        </p:blipFill>
        <p:spPr>
          <a:xfrm>
            <a:off x="6446520" y="502920"/>
            <a:ext cx="5257800" cy="5440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2344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Pager Rotation Duties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1792" y="19202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</a:rPr>
              <a:t>Industry best practices for DevOps on-call response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40080" y="2542032"/>
            <a:ext cx="13716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Alexander Baldree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CSD430 DevOps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Sources: Google SRE, Atlassian, PagerDuty, Grafana.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Pager Rotations Matter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DevOps teams own the service after it ships.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74520" y="15087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8FAFC"/>
                </a:solidFill>
              </a:rPr>
              <a:t>On-call duty means a person is assigned to respond when production systems need help. In DevOps, that responsibility connects software delivery with reliability.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74520" y="2743200"/>
            <a:ext cx="539496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Keeps customer-facing systems reliable and available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Creates clear ownership when an incident happens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Turns production problems into learning and automation work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Protects the team by sharing emergency work fairly</a:t>
            </a:r>
            <a:endParaRPr lang="en-US" sz="1800" dirty="0"/>
          </a:p>
        </p:txBody>
      </p:sp>
      <p:pic>
        <p:nvPicPr>
          <p:cNvPr id="8" name="Image 0" descr="Photo of a team looking into a cybersecurity data brief."/>
          <p:cNvPicPr>
            <a:picLocks noChangeAspect="1"/>
          </p:cNvPicPr>
          <p:nvPr/>
        </p:nvPicPr>
        <p:blipFill>
          <a:blip r:embed="rId3"/>
          <a:srcRect l="14598" r="14598"/>
          <a:stretch/>
        </p:blipFill>
        <p:spPr>
          <a:xfrm>
            <a:off x="7909560" y="1417320"/>
            <a:ext cx="3566160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35240" y="45720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</a:rPr>
              <a:t>Own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35240" y="4983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the service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098280" y="45720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Respond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098280" y="4983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with urgency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561320" y="45720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</a:rPr>
              <a:t>Improve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561320" y="4983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the system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[1] Google SRE, “Being On-Call”; [2] Google SRE Workbook, “On-Call.”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Duties During a Shift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The job is not just answering the phone. It is managing production risk.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0" y="3383280"/>
            <a:ext cx="56692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0" y="3383280"/>
            <a:ext cx="56692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0" y="3383280"/>
            <a:ext cx="56692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21040" y="3383280"/>
            <a:ext cx="56692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Detect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alert or report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788920" y="301752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Triage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impact &amp; severity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92040" y="301752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Mitigate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restore service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95160" y="301752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Escalate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bring help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098280" y="301752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Document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what changed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4617720"/>
            <a:ext cx="99669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Acknowledge pages quickly so the team knows the alert is covered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Use dashboards, logs, and runbooks before guessing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Focus first on stopping customer impact, then investigate root cause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Leave notes for the next responder and for the postmortem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[2] Google SRE Workbook, “On-Call”; [4] Atlassian, “How to run a major incident management process.”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a Rotation People Can Survive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A good schedule protects the service and the team.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</a:rPr>
              <a:t>Fair coverage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33832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Rotate evenly across qualified responders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Use overrides for vacations, holidays, or emergencies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Review page load so one person is not carrying the team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Backup plan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17720" y="2029968"/>
            <a:ext cx="31546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Primary responder owns the first page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Secondary responder is the safety net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Senior engineers can be escalation support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2104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</a:rPr>
              <a:t>Handoffs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366760" y="2029968"/>
            <a:ext cx="29718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Pass open incidents and risky changes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Share noisy alerts and recent deploys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Keep context out of one person’s head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77240" y="4343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Example weekly rotation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8006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Mon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Primary + Backup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48006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Tue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Primary + Backup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48006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Wed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Primary + Backup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48006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Thu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Primary + Backup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09560" y="48006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Fri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Primary + Backup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92640" y="48006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Sat/Sun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Primary + Backup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[3] Atlassian, “A manager’s guide to improving on-call”; [6] Grafana Docs, “Schedules as code.”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Only Page for Actionable Problems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Bad alerting creates noise; good alerting creates action.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A page should answer: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6576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What broke?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Who or what is impacted?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How urgent is it?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What is the first safe step?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4206240" cy="685800"/>
          </a:xfrm>
          <a:prstGeom prst="chevron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72200" y="16276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Raw alerts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2423160"/>
            <a:ext cx="3200400" cy="68580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65392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Filter + dedupe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75120" y="3429000"/>
            <a:ext cx="2194560" cy="685800"/>
          </a:xfrm>
          <a:prstGeom prst="chevron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39712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Actionable page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0" y="4572000"/>
            <a:ext cx="43434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Best practice: classify severity, suppress low-priority alerts after hours, combine related alerts, and review alert rules regularly.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[3] Atlassian, “A manager’s guide to improving on-call”; [5] PagerDuty, “Alert Fatigue and How to Prevent It.”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Incident Response Flow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The response process should be known before the outage happens.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57400" y="2286000"/>
            <a:ext cx="50292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69080" y="2286000"/>
            <a:ext cx="50292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80760" y="2286000"/>
            <a:ext cx="50292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92440" y="2286000"/>
            <a:ext cx="50292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1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Acknowledge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43200" y="18745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2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Assess SEV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3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Open comms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66560" y="18745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4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Escalate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778240" y="18745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5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Resolve + review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</a:rPr>
              <a:t>Roles to define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0120" y="4133088"/>
            <a:ext cx="384048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Incident commander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Primary responder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Subject-matter expert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Communications owner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8932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</a:rPr>
              <a:t>What makes it work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035040" y="4133088"/>
            <a:ext cx="41148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Clear severity levels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Runbooks linked from alerts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Stakeholder updates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Blameless review after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[4] Atlassian, “How to run a major incident management process”; [1] Google SRE, “Being On-Call.”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Prevent Burnout and Alert Fatigue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On-call is a human process, not just a technical one.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hoto of man looking at marketing data on computer"/>
          <p:cNvPicPr>
            <a:picLocks noChangeAspect="1"/>
          </p:cNvPicPr>
          <p:nvPr/>
        </p:nvPicPr>
        <p:blipFill>
          <a:blip r:embed="rId3"/>
          <a:srcRect l="22183" r="22184"/>
          <a:stretch/>
        </p:blipFill>
        <p:spPr>
          <a:xfrm>
            <a:off x="685800" y="1417320"/>
            <a:ext cx="393192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492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Make on-call sustainable: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0" y="1993392"/>
            <a:ext cx="585216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</a:rPr>
              <a:t>Separate on-call work from normal development work when possible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</a:rPr>
              <a:t>Train new responders with shadow shifts before solo duty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</a:rPr>
              <a:t>Give responders access to dashboards, logs, and runbooks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</a:rPr>
              <a:t>Allow recovery time after rough overnight incidents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</a:rPr>
              <a:t>Use blameless postmortems so people report problems honestly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120640" y="516636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>
            <a:solidFill>
              <a:srgbClr val="1E293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Goal: fewer unnecessary pages, faster recovery, healthier team.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[3] Atlassian, “A manager’s guide to improving on-call”; [5] PagerDuty, “Alert Fatigue and How to Prevent It.”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Measure, Review, Improve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The rotation should get better every month.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508760"/>
          <a:ext cx="44805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41248" y="4718304"/>
            <a:ext cx="4114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Example trend: fewer pages after alert review and runbook cleanup.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1500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Track these signals: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806440" y="2011680"/>
            <a:ext cx="50292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</a:rPr>
              <a:t>MTTA: how long it takes to acknowledge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</a:rPr>
              <a:t>MTTR: how long it takes to restore service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</a:rPr>
              <a:t>Pages per person and pages per shift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</a:rPr>
              <a:t>False positives and duplicate alerts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8FAFC"/>
                </a:solidFill>
              </a:rPr>
              <a:t>Repeat incidents from the same root cause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806440" y="4800600"/>
            <a:ext cx="4572000" cy="621792"/>
          </a:xfrm>
          <a:prstGeom prst="roundRect">
            <a:avLst>
              <a:gd name="adj" fmla="val 11765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Postmortem action items should become backlog work, automation, or runbook updates.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[3] Atlassian, “A manager’s guide to improving on-call”; [5] PagerDuty, “Alert Fatigue and How to Prevent It.”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Additional resources used for this presentation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[1] Google SRE. “Being On-Call.” Site Reliability Engineering. </a:t>
            </a:r>
            <a:r>
              <a:rPr lang="en-US" sz="1250" dirty="0">
                <a:solidFill>
                  <a:srgbClr val="CBD5E1"/>
                </a:solidFill>
                <a:hlinkClick r:id="rId3"/>
              </a:rPr>
              <a:t>https://sre.google/sre-book/being-on-call/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[2] Google SRE Workbook. “On-Call.” </a:t>
            </a:r>
            <a:r>
              <a:rPr lang="en-US" sz="1250" dirty="0">
                <a:solidFill>
                  <a:srgbClr val="CBD5E1"/>
                </a:solidFill>
                <a:hlinkClick r:id="rId4"/>
              </a:rPr>
              <a:t>https://sre.google/workbook/on-call/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734056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[3] Atlassian. “A manager’s guide to improving on-call.” </a:t>
            </a:r>
            <a:r>
              <a:rPr lang="en-US" sz="1250" dirty="0">
                <a:solidFill>
                  <a:srgbClr val="CBD5E1"/>
                </a:solidFill>
                <a:hlinkClick r:id="rId5"/>
              </a:rPr>
              <a:t>https://www.atlassian.com/incident-management/on-call/improving-on-call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392424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[4] Atlassian. “How to run a major incident management process.” </a:t>
            </a:r>
            <a:r>
              <a:rPr lang="en-US" sz="1250" dirty="0">
                <a:solidFill>
                  <a:srgbClr val="CBD5E1"/>
                </a:solidFill>
                <a:hlinkClick r:id="rId6"/>
              </a:rPr>
              <a:t>https://www.atlassian.com/incident-management/itsm/major-incident-management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050792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[5] PagerDuty. “Alert Fatigue and How to Prevent It.” </a:t>
            </a:r>
            <a:r>
              <a:rPr lang="en-US" sz="1250" dirty="0">
                <a:solidFill>
                  <a:srgbClr val="CBD5E1"/>
                </a:solidFill>
                <a:hlinkClick r:id="rId7"/>
              </a:rPr>
              <a:t>https://www.pagerduty.com/resources/digital-operations/learn/alert-fatigue/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709160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[6] Grafana Cloud Docs. “Schedules as code.” </a:t>
            </a:r>
            <a:r>
              <a:rPr lang="en-US" sz="1250" dirty="0">
                <a:solidFill>
                  <a:srgbClr val="CBD5E1"/>
                </a:solidFill>
                <a:hlinkClick r:id="rId8"/>
              </a:rPr>
              <a:t>https://grafana.com/docs/grafana-cloud/alerting-and-irm/irm/on-call-schedules/schedules-as-code/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58247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Course textbook: Chapter 16, Pager Rotation Duties, used as course-provided assignment inspiration.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1202</Words>
  <Application>Microsoft Macintosh PowerPoint</Application>
  <PresentationFormat>Widescreen</PresentationFormat>
  <Paragraphs>148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Pager Rotation Duties</dc:title>
  <dc:subject>Pager Rotation Duties in DevOps</dc:subject>
  <dc:creator>Alex Baldree</dc:creator>
  <cp:lastModifiedBy>Alexander Baldree</cp:lastModifiedBy>
  <cp:revision>4</cp:revision>
  <dcterms:created xsi:type="dcterms:W3CDTF">2026-07-08T23:35:46Z</dcterms:created>
  <dcterms:modified xsi:type="dcterms:W3CDTF">2026-07-09T00:41:13Z</dcterms:modified>
</cp:coreProperties>
</file>